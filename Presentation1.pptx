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1FC4B-C78A-21F8-44F3-B6C470CA50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8BDB0F-62FB-9016-8DFC-CDAD710893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F01D2-A8D3-DAC1-4169-2D3518217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0C6E-ED9B-49CD-899A-85843820113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9D5D6-2E71-4FB5-127B-4EC3BD2CE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32006-BCDF-A6F8-265E-6A7E3E0E2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2EFA-5BD9-413B-B905-4B3063F69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734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E935C-6184-7971-96EC-02413BE80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0B43F-9D47-0087-7D1D-F85C5A5C9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DCAB3-D126-8449-565B-C92A5D055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0C6E-ED9B-49CD-899A-85843820113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C0125-9340-CBDB-0205-8081E9AD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AE478-7837-52FA-7268-A605C6C11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2EFA-5BD9-413B-B905-4B3063F69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77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EE392-CB61-12A8-521B-A0C86D7C3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8716A-6B67-9BB5-2689-39307A6F2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5707E-8254-C57F-5B2F-823467F7A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0C6E-ED9B-49CD-899A-85843820113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71F5C-AE87-FABC-62C0-2B43F58C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AD1E9-84CA-19A3-AE8A-9A88D107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2EFA-5BD9-413B-B905-4B3063F69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815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ED820-5C45-FE7D-411B-5B24FCDE3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ACF18-3D6F-9371-FB4E-BB887277F3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0F7551-62E0-6B05-564E-F0B16EED2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59218-D922-4582-A424-FCA152655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0C6E-ED9B-49CD-899A-85843820113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C0DAC-3373-5912-3F90-409405B1A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E5F06-5B30-8195-EF4B-202535813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2EFA-5BD9-413B-B905-4B3063F69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503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9B5FD-EAA7-8E2C-9ED8-2BC2E3836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11AB5-6F3A-24DB-25E4-F95A36003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A4D48B-4F62-CC1F-4AB0-F453FBCAC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C4AB0F-F2AD-54A2-FABE-917984328B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B4B22A-5158-329A-2BD1-56C5484112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2FEC15-66C9-1323-19B6-C5D17E1D0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0C6E-ED9B-49CD-899A-85843820113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EAB8FE-ED7C-62F5-7D0F-661C6FC1D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AB8F29-8A19-F2DC-67A4-AFE6B2689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2EFA-5BD9-413B-B905-4B3063F69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47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C9E37-72A4-9D9D-CE6D-AED24DB02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9FF223-2A22-0617-7CF2-DCAE58C2E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0C6E-ED9B-49CD-899A-85843820113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B8F657-9A6E-0DAF-A9DE-06369B4C3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5C2ED5-1AB0-695E-12AD-78ABCE628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2EFA-5BD9-413B-B905-4B3063F69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988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135C62-5BCD-019D-5E3F-5B9A3673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0C6E-ED9B-49CD-899A-85843820113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4EDD8D-A0FF-2E8A-94A2-D310B4A1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E18CC-6F89-94E1-B9EF-85233550C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2EFA-5BD9-413B-B905-4B3063F69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488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3F56-88E0-65F9-9524-39115588F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C5419-F48C-20C0-A79B-1E0B1611C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8DF1B-1C3E-CFCB-09DF-6484BA5D4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ECDF2-1428-D80C-51CE-AA55ADC1F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0C6E-ED9B-49CD-899A-85843820113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05E94-5216-465E-DD9A-3ECC773C4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56501-9CCF-3409-97DA-D0A0739C0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2EFA-5BD9-413B-B905-4B3063F69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000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49DFE-2F74-BD01-81C5-5F75CF57E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65F772-95BB-4564-B5E8-AB04871E67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86A3FD-FE18-863A-086C-1B0ABC0E0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3471B7-A656-B9DF-2035-2886F7789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0C6E-ED9B-49CD-899A-85843820113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27C7F-76FB-5CED-1E76-FD2FBC5D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6B178-84AE-0D4E-C5FA-4AE22D28C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2EFA-5BD9-413B-B905-4B3063F69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02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6186F-8256-4453-3DF8-8EB06F63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B7837-599F-AC88-EEAB-3FD68EC9A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1A2F3-79FD-089D-8D99-8CC992F47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0C6E-ED9B-49CD-899A-85843820113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2D12C-138E-0E2B-FCF9-F63C28202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1F369-9CE1-8092-2385-DE5B9E3FE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2EFA-5BD9-413B-B905-4B3063F69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387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B3ED66-A72F-61AB-F431-FB8F8159A2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BDCAAA-509D-1428-F10D-DE68F25EC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BC209-0D74-A8DD-2D5F-D57AF57DB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0C6E-ED9B-49CD-899A-85843820113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D6CFB-5575-3560-FE72-D1D5C5550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EE43A-6B6E-46DC-53FE-E0574FEB8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82EFA-5BD9-413B-B905-4B3063F69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8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A60D3-D05D-51CA-5CDC-8CED19159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950CE-53A7-AA97-1E76-A0984DAAE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5CE66-DEDF-4067-A420-535BF6774C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1A0C6E-ED9B-49CD-899A-858438201139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67DC2-E21C-D775-ED64-07EBA911C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EE7D4-E560-FEF5-6A12-0400DE625F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E82EFA-5BD9-413B-B905-4B3063F69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952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29535D20-2C33-9A58-0B4E-9FF430AAC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43" y="3429000"/>
            <a:ext cx="2564723" cy="2552340"/>
          </a:xfrm>
          <a:prstGeom prst="rect">
            <a:avLst/>
          </a:prstGeom>
        </p:spPr>
      </p:pic>
      <p:pic>
        <p:nvPicPr>
          <p:cNvPr id="17" name="Picture 16" descr="A computer with a computer on it&#10;&#10;AI-generated content may be incorrect.">
            <a:extLst>
              <a:ext uri="{FF2B5EF4-FFF2-40B4-BE49-F238E27FC236}">
                <a16:creationId xmlns:a16="http://schemas.microsoft.com/office/drawing/2014/main" id="{7F0DB563-F818-A7B8-B6CD-F0EA245A4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82" y="211270"/>
            <a:ext cx="2860460" cy="2552340"/>
          </a:xfrm>
          <a:prstGeom prst="rect">
            <a:avLst/>
          </a:prstGeom>
        </p:spPr>
      </p:pic>
      <p:pic>
        <p:nvPicPr>
          <p:cNvPr id="2" name="Picture 1" descr="A computer with a computer on it&#10;&#10;AI-generated content may be incorrect.">
            <a:extLst>
              <a:ext uri="{FF2B5EF4-FFF2-40B4-BE49-F238E27FC236}">
                <a16:creationId xmlns:a16="http://schemas.microsoft.com/office/drawing/2014/main" id="{3AA9CBFA-40DD-51EE-220B-6A581584CE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849" y="211270"/>
            <a:ext cx="2860460" cy="2552340"/>
          </a:xfrm>
          <a:prstGeom prst="rect">
            <a:avLst/>
          </a:prstGeom>
        </p:spPr>
      </p:pic>
      <p:pic>
        <p:nvPicPr>
          <p:cNvPr id="3" name="Picture 2" descr="A computer with a computer on it&#10;&#10;AI-generated content may be incorrect.">
            <a:extLst>
              <a:ext uri="{FF2B5EF4-FFF2-40B4-BE49-F238E27FC236}">
                <a16:creationId xmlns:a16="http://schemas.microsoft.com/office/drawing/2014/main" id="{6EEA3D55-905F-1C6B-B052-36857B7F4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693" y="211270"/>
            <a:ext cx="2860460" cy="2552340"/>
          </a:xfrm>
          <a:prstGeom prst="rect">
            <a:avLst/>
          </a:prstGeom>
        </p:spPr>
      </p:pic>
      <p:pic>
        <p:nvPicPr>
          <p:cNvPr id="4" name="Picture 3" descr="A computer with a computer on it&#10;&#10;AI-generated content may be incorrect.">
            <a:extLst>
              <a:ext uri="{FF2B5EF4-FFF2-40B4-BE49-F238E27FC236}">
                <a16:creationId xmlns:a16="http://schemas.microsoft.com/office/drawing/2014/main" id="{A57626C6-B1CE-A684-5E14-E20BA10358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6604" y="211270"/>
            <a:ext cx="2860460" cy="2552340"/>
          </a:xfrm>
          <a:prstGeom prst="rect">
            <a:avLst/>
          </a:prstGeom>
        </p:spPr>
      </p:pic>
      <p:pic>
        <p:nvPicPr>
          <p:cNvPr id="6" name="Picture 5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A4071ECC-1208-F224-9D0E-B7DD6610A6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4472" y="3520440"/>
            <a:ext cx="2564723" cy="2552340"/>
          </a:xfrm>
          <a:prstGeom prst="rect">
            <a:avLst/>
          </a:prstGeom>
        </p:spPr>
      </p:pic>
      <p:pic>
        <p:nvPicPr>
          <p:cNvPr id="8" name="Picture 7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AAE2C306-DA29-81CC-40D8-3141311AE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561" y="3539641"/>
            <a:ext cx="2564723" cy="2552340"/>
          </a:xfrm>
          <a:prstGeom prst="rect">
            <a:avLst/>
          </a:prstGeom>
        </p:spPr>
      </p:pic>
      <p:pic>
        <p:nvPicPr>
          <p:cNvPr id="9" name="Picture 8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E7F5CF69-94A1-CDBA-5635-B17FEF8C4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849" y="3520440"/>
            <a:ext cx="2564723" cy="255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133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Abijith 801</dc:creator>
  <cp:lastModifiedBy>Abijith 801</cp:lastModifiedBy>
  <cp:revision>2</cp:revision>
  <dcterms:created xsi:type="dcterms:W3CDTF">2025-11-11T06:07:19Z</dcterms:created>
  <dcterms:modified xsi:type="dcterms:W3CDTF">2025-11-11T10:46:18Z</dcterms:modified>
</cp:coreProperties>
</file>